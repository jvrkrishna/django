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Documentation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Bank Management System automates banking operations such as customer </a:t>
            </a:r>
          </a:p>
          <a:p>
            <a:r>
              <a:t>management, account handling, and transactions. Developed using Python, </a:t>
            </a:r>
          </a:p>
          <a:p>
            <a:r>
              <a:t>Django, MySQL, HTML, and CSS, it ensures security, speed, and accuracy.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system reduces manual banking operations through digital automation.</a:t>
            </a:r>
          </a:p>
          <a:p>
            <a:r>
              <a:t>Handles customer data, accounts, and transactions efficiently.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/ Problem /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Replace manual banking errors</a:t>
            </a:r>
          </a:p>
          <a:p>
            <a:r>
              <a:t>• Provide secure &amp; fast processing</a:t>
            </a:r>
          </a:p>
          <a:p>
            <a:endParaRPr/>
          </a:p>
          <a:p>
            <a:r>
              <a:t>Objectives:</a:t>
            </a:r>
          </a:p>
          <a:p>
            <a:r>
              <a:t>• Manage accounts &amp; customers</a:t>
            </a:r>
          </a:p>
          <a:p>
            <a:r>
              <a:t>• Ensure error-free transactions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Covers admin authentication, account operations, transaction processing, </a:t>
            </a:r>
          </a:p>
          <a:p>
            <a:r>
              <a:t>and secure data handling for small to medium banking use.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Study of existing systems shows need for automation, real-time processing, </a:t>
            </a:r>
          </a:p>
          <a:p>
            <a:r>
              <a:t>centralized DB, and secure online operations.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Existing system: manual, slow, error-prone.</a:t>
            </a:r>
          </a:p>
          <a:p>
            <a:r>
              <a:t>Proposed system: automated, </a:t>
            </a:r>
          </a:p>
          <a:p>
            <a:r>
              <a:t>secure, centralized, scalable.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Faster transactions</a:t>
            </a:r>
          </a:p>
          <a:p>
            <a:r>
              <a:t>• Secure data</a:t>
            </a:r>
          </a:p>
          <a:p>
            <a:r>
              <a:t>• Automated balance updates</a:t>
            </a:r>
          </a:p>
          <a:p>
            <a:endParaRPr/>
          </a:p>
          <a:p>
            <a:r>
              <a:t>• Simple interface</a:t>
            </a:r>
          </a:p>
          <a:p>
            <a:r>
              <a:t>• Centralized database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Functional: Login, customer mgmt, accounts, transactions.</a:t>
            </a:r>
          </a:p>
          <a:p>
            <a:endParaRPr/>
          </a:p>
          <a:p>
            <a:r>
              <a:t>Non-functional: Security, usability, performance.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&amp;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Hardware: 4GB RAM, Dual core.</a:t>
            </a:r>
          </a:p>
          <a:p>
            <a:r>
              <a:t>Software: Python, Django, MySQL, HTML/CSS, GitHub.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Three-tier: Frontend (HTML/CSS), Backend (Django), Database (MySQL).</a:t>
            </a:r>
          </a:p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Includes Class, Use Case, Sequence, Activity, ER, Component &amp; Deployment diagrams.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DFD Level 0 &amp; Level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Shows data movement between admin, system processes, and databases.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Backend: Django Models/Views</a:t>
            </a:r>
          </a:p>
          <a:p>
            <a:r>
              <a:t>Frontend: HTML/CSS</a:t>
            </a:r>
          </a:p>
          <a:p>
            <a:r>
              <a:t>Database: MySQL</a:t>
            </a:r>
          </a:p>
          <a:p>
            <a:r>
              <a:t>Version Control: GitHub</a:t>
            </a:r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Authentication</a:t>
            </a:r>
          </a:p>
          <a:p>
            <a:r>
              <a:t>2. Customer Management</a:t>
            </a:r>
          </a:p>
          <a:p>
            <a:r>
              <a:t>3. Account Management</a:t>
            </a:r>
          </a:p>
          <a:p>
            <a:r>
              <a:t>4. Transactions</a:t>
            </a:r>
          </a:p>
          <a:p>
            <a:r>
              <a:t>5. Database Mgmt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– ECC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Error Checking &amp; Correction:</a:t>
            </a:r>
          </a:p>
          <a:p>
            <a:r>
              <a:t>• Input validation</a:t>
            </a:r>
          </a:p>
          <a:p>
            <a:r>
              <a:t>• Exception handling</a:t>
            </a:r>
          </a:p>
          <a:p>
            <a:r>
              <a:t>• DB constraints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Unit, Integration, Functional, UI, Database &amp; Security testing performed.</a:t>
            </a:r>
          </a:p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Login validation, add customer, create account, deposit, withdraw, statement view.</a:t>
            </a:r>
          </a:p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System successfully automates banking tasks with accuracy, speed &amp; security.</a:t>
            </a:r>
          </a:p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Customer portal, UPI integration, notifications, cloud deployment, AI fraud detection.</a:t>
            </a:r>
          </a:p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Python Docs</a:t>
            </a:r>
          </a:p>
          <a:p>
            <a:r>
              <a:t>Django Docs</a:t>
            </a:r>
          </a:p>
          <a:p>
            <a:r>
              <a:t>MySQL Docs</a:t>
            </a:r>
          </a:p>
          <a:p>
            <a:r>
              <a:t>W3Schools</a:t>
            </a:r>
          </a:p>
          <a:p>
            <a:r>
              <a:t>GitHub Docs</a:t>
            </a:r>
          </a:p>
          <a:p>
            <a:r>
              <a:t>Software Engineering Books</a:t>
            </a:r>
          </a:p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Documentation Presentation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Register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Deposit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Withdraw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431</Words>
  <Application>Microsoft Office PowerPoint</Application>
  <PresentationFormat>On-screen Show (4:3)</PresentationFormat>
  <Paragraphs>107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Bank Management System</vt:lpstr>
      <vt:lpstr>Abstract</vt:lpstr>
      <vt:lpstr>Introduction</vt:lpstr>
      <vt:lpstr>Motivation / Problem / Objectives</vt:lpstr>
      <vt:lpstr>Scope</vt:lpstr>
      <vt:lpstr>Literature Survey</vt:lpstr>
      <vt:lpstr>System Analysis</vt:lpstr>
      <vt:lpstr>Advantages</vt:lpstr>
      <vt:lpstr>Requirement Analysis</vt:lpstr>
      <vt:lpstr>Hardware &amp; Software Requirements</vt:lpstr>
      <vt:lpstr>System Architecture</vt:lpstr>
      <vt:lpstr>UML Diagrams</vt:lpstr>
      <vt:lpstr>DFD Level 0 &amp; Level 1</vt:lpstr>
      <vt:lpstr>Implementation</vt:lpstr>
      <vt:lpstr>Modules</vt:lpstr>
      <vt:lpstr>Methodology – ECC</vt:lpstr>
      <vt:lpstr>System Testing</vt:lpstr>
      <vt:lpstr>Sample Test Cases</vt:lpstr>
      <vt:lpstr>Conclusion</vt:lpstr>
      <vt:lpstr>Future Enhancements</vt:lpstr>
      <vt:lpstr>References</vt:lpstr>
      <vt:lpstr>Bank Management System</vt:lpstr>
      <vt:lpstr>Home Page</vt:lpstr>
      <vt:lpstr>Login Page</vt:lpstr>
      <vt:lpstr>Register Page</vt:lpstr>
      <vt:lpstr>Dashboard</vt:lpstr>
      <vt:lpstr>Deposit</vt:lpstr>
      <vt:lpstr>Withdraw</vt:lpstr>
      <vt:lpstr>Contact Us</vt:lpstr>
      <vt:lpstr>Statement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JUNNU VENKATA RAMA KRISHNA RAO</cp:lastModifiedBy>
  <cp:revision>1</cp:revision>
  <dcterms:created xsi:type="dcterms:W3CDTF">2013-01-27T09:14:16Z</dcterms:created>
  <dcterms:modified xsi:type="dcterms:W3CDTF">2025-11-14T05:17:59Z</dcterms:modified>
  <cp:category/>
</cp:coreProperties>
</file>